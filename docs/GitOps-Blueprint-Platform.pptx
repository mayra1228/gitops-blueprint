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011680"/>
            <a:ext cx="731520" cy="54864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GitOps Blueprint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8A6FF"/>
                </a:solidFill>
              </a:defRPr>
            </a:pPr>
            <a:r>
              <a:t>AI-Native Terraform GitOps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读取现有 Terraform 工程 · 可视化期望状态 · 生成标准化脚手架</a:t>
            </a:r>
            <a:br/>
            <a:r>
              <a:t>受控变更生命周期 · AI 辅助评审 · 企业级安全边界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Product Specification v1.0  |  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当前痛点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F85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349"/>
                </a:solidFill>
              </a:defRPr>
            </a:pPr>
            <a:r>
              <a:t>🔴  IaC 配置分散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Terraform / YAML 散落在多个仓库，无统一产品化视图</a:t>
            </a:r>
            <a:br/>
            <a:r>
              <a:t>缺乏资源拓扑和依赖关系可视化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493776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349"/>
                </a:solidFill>
              </a:defRPr>
            </a:pPr>
            <a:r>
              <a:t>🔴  变更流程断裂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Plan / Apply 缺少审批门禁，靠人工 Review 把控</a:t>
            </a:r>
            <a:br/>
            <a:r>
              <a:t>无审计追踪，事后难以追溯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493776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349"/>
                </a:solidFill>
              </a:defRPr>
            </a:pPr>
            <a:r>
              <a:t>🔴  执行缺乏安全边界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任何人可在任何集群/环境执行 apply</a:t>
            </a:r>
            <a:br/>
            <a:r>
              <a:t>无策略门禁、无集群级熔断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493776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349"/>
                </a:solidFill>
              </a:defRPr>
            </a:pPr>
            <a:r>
              <a:t>🔴  AI 辅助空白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177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安全审计靠人眼，缺少自动化检查</a:t>
            </a:r>
            <a:br/>
            <a:r>
              <a:t>执行失败诊断依赖经验，耗时长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平台全景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7373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① Git 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Clone · Branch · Commit</a:t>
            </a:r>
            <a:br/>
            <a:r>
              <a:t>Push · 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371600"/>
            <a:ext cx="17373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② 资源发现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Inventory Scanner</a:t>
            </a:r>
            <a:br/>
            <a:r>
              <a:t>拓扑可视化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17373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③ 变更生命周期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Draft → Validate → Plan</a:t>
            </a:r>
            <a:br/>
            <a:r>
              <a:t>→ Approve → Apply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17373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④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Review · 影响分析</a:t>
            </a:r>
            <a:br/>
            <a:r>
              <a:t>失败诊断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17373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⑤ 安全边界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双重守卫</a:t>
            </a:r>
            <a:br/>
            <a:r>
              <a:t>集群/环境策略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两种接入模式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475488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</a:defRPr>
            </a:pPr>
            <a:r>
              <a:t>模式 A：已有 GitOps 工程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注册 repo → 扫描 Terraform → 平台接管 CI/CD</a:t>
            </a:r>
            <a:br/>
            <a:r>
              <a:t>自动发现资源 · 纳入变更管控 · 审计追踪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663440"/>
            <a:ext cx="475488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754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模式 B：新工程 via Skeleton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2120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选模板 → 填参数 → 生成标准 .tf → Push</a:t>
            </a:r>
            <a:br/>
            <a:r>
              <a:t>自动进入模式 A 生命周期管理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变更生命周期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</a:defRPr>
            </a:pPr>
            <a:r>
              <a:t>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创建变更草稿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</a:defRPr>
            </a:pPr>
            <a:r>
              <a:t>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生成 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9E22"/>
                </a:solidFill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验证通过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9E22"/>
                </a:solidFill>
              </a:defRPr>
            </a:pPr>
            <a: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Plan 产物就绪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AI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AI 只读评审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9E22"/>
                </a:solidFill>
              </a:defRPr>
            </a:pPr>
            <a: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审批门禁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</a:defRPr>
            </a:pPr>
            <a: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受控执行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1828800"/>
            <a:ext cx="1188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</a:defRPr>
            </a:pPr>
            <a:r>
              <a:t>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Inventory 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CI/CD 执行引擎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20624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✅ Platform Terraform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Clone → fmt → init → validate</a:t>
            </a:r>
            <a:br/>
            <a:r>
              <a:t>→ plan → apply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420624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✅ Platform K8S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kubectl validate → apply</a:t>
            </a:r>
            <a:br/>
            <a:r>
              <a:t>直接执行到 kind 集群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20624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✅ GitHub 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workflow_dispatch 触发</a:t>
            </a:r>
            <a:br/>
            <a:r>
              <a:t>terraform-plan-apply.yml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59" y="420624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</a:defRPr>
            </a:pPr>
            <a:r>
              <a:t>📋 Jenkins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Trigger Pipeline</a:t>
            </a:r>
            <a:br/>
            <a:r>
              <a:t>(Phase 3 计划)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集成架构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</a:defRPr>
            </a:pPr>
            <a:r>
              <a:t>🤖 LLM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754880" cy="100584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Ollama (本地)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DeepSeek-R1 · Llama3</a:t>
            </a:r>
            <a:br/>
            <a:r>
              <a:t>localhost:11434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4754880" cy="100584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GPT-4o</a:t>
            </a:r>
            <a:br/>
            <a:r>
              <a:t>api.openai.com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4754880" cy="100584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Azure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63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企业私有部署</a:t>
            </a:r>
            <a:br/>
            <a:r>
              <a:t>*.openai.azure.com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E22"/>
                </a:solidFill>
              </a:defRPr>
            </a:pPr>
            <a:r>
              <a:t>⚡ AI 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E22"/>
                </a:solidFill>
              </a:defRPr>
            </a:pPr>
            <a:r>
              <a:t>▸ AI Review (Phase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</a:defRPr>
            </a:pPr>
            <a:r>
              <a:t>Plan 后自动生成风险评估</a:t>
            </a:r>
            <a:br/>
            <a:r>
              <a:t>只读 artifact，不阻断流程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E22"/>
                </a:solidFill>
              </a:defRPr>
            </a:pPr>
            <a:r>
              <a:t>▸ 执行失败诊断 (Phase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8327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</a:defRPr>
            </a:pPr>
            <a:r>
              <a:t>错误日志 → 根因分析 + 修复建议</a:t>
            </a:r>
            <a:br/>
            <a:r>
              <a:t>存储为 ai_diagnostics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E22"/>
                </a:solidFill>
              </a:defRPr>
            </a:pPr>
            <a:r>
              <a:t>▸ 自然语言变更 (Phase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434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</a:defRPr>
            </a:pPr>
            <a:r>
              <a:t>"升级 dev RDS 到 db.r5.xlarge"</a:t>
            </a:r>
            <a:br/>
            <a:r>
              <a:t>→ 自动预填 Change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E22"/>
                </a:solidFill>
              </a:defRPr>
            </a:pPr>
            <a:r>
              <a:t>▸ 自主变更循环 (Phase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035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</a:defRPr>
            </a:pPr>
            <a:r>
              <a:t>告警 → AI Draft → Plan</a:t>
            </a:r>
            <a:br/>
            <a:r>
              <a:t>→ Auto-approve(低风险) → Apply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安全边界 &amp; 数据隐私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F85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349"/>
                </a:solidFill>
              </a:defRPr>
            </a:pPr>
            <a:r>
              <a:t>🛡️ 执行安全 — 双重守卫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</a:defRPr>
            </a:pPr>
            <a:r>
              <a:t>▸ Guard 1: 平台后端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adapter 层强制校验集群名称</a:t>
            </a:r>
            <a:br/>
            <a:r>
              <a:t>非 kind-gitops-sandbox → 拒绝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</a:defRPr>
            </a:pPr>
            <a:r>
              <a:t>▸ Guard 2: GitHub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Workflow 脚本二次校验</a:t>
            </a:r>
            <a:br/>
            <a:r>
              <a:t>独立于平台的安全断言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</a:defRPr>
            </a:pPr>
            <a:r>
              <a:t>▸ 环境策略矩阵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1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dev/sandbox → auto-approve</a:t>
            </a:r>
            <a:br/>
            <a:r>
              <a:t>staging → auto-approve, manual-apply</a:t>
            </a:r>
            <a:br/>
            <a:r>
              <a:t>prod → 2 人审批, manual-apply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</a:defRPr>
            </a:pPr>
            <a:r>
              <a:t>▸ 当前禁止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🚫 生产 apply  🚫 Jenkins trigger</a:t>
            </a:r>
            <a:br/>
            <a:r>
              <a:t>🚫 自动 merge  🚫 非测试仓库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🔒 数据隐私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▸ Prompt 脱敏（始终执行）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14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password, secret, token, access_key,</a:t>
            </a:r>
            <a:br/>
            <a:r>
              <a:t>secret_key, private_key, credential</a:t>
            </a:r>
            <a:br/>
            <a:r>
              <a:t>→ ***REDACTED***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▸ data_policy 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66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no_external → 阻断非 localhost 调用</a:t>
            </a:r>
            <a:br/>
            <a:r>
              <a:t>allow_external → 允许但仍脱敏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▸ Anti-Sync-Storm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1771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每对象限速 5/小时</a:t>
            </a:r>
            <a:br/>
            <a:r>
              <a:t>AI→变更→AI 循环检测</a:t>
            </a:r>
            <a:br/>
            <a:r>
              <a:t>AI 输出为惰性数据，不可调用变更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▸ 全链路审计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6692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prompt_hash · model · token_count</a:t>
            </a:r>
            <a:br/>
            <a:r>
              <a:t>latency · response_hash</a:t>
            </a:r>
            <a:br/>
            <a:r>
              <a:t>→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模块信息架构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📊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全局状态</a:t>
            </a:r>
            <a:br/>
            <a:r>
              <a:t>下一步行动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🔍 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488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资源拓扑</a:t>
            </a:r>
            <a:br/>
            <a:r>
              <a:t>只读发现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E22"/>
                </a:solidFill>
              </a:defRPr>
            </a:pPr>
            <a:r>
              <a:t>📝  Resource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变更工作台</a:t>
            </a:r>
            <a:br/>
            <a:r>
              <a:t>核心操作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508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📦 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488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Skeleton 脚手架</a:t>
            </a:r>
            <a:br/>
            <a:r>
              <a:t>标准化引导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📋  Change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变更审阅</a:t>
            </a:r>
            <a:br/>
            <a:r>
              <a:t>状态筛选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93192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🚀 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Adapter 注册</a:t>
            </a:r>
            <a:br/>
            <a:r>
              <a:t>集成边界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93192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349"/>
                </a:solidFill>
              </a:defRPr>
            </a:pPr>
            <a:r>
              <a:t>🛡️ 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SRE 证据</a:t>
            </a:r>
            <a:br/>
            <a:r>
              <a:t>合规追踪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931920"/>
            <a:ext cx="25603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49E"/>
                </a:solidFill>
              </a:defRPr>
            </a:pPr>
            <a:r>
              <a:t>⚙️ 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091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项目配置</a:t>
            </a:r>
            <a:br/>
            <a:r>
              <a:t>安全诊断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资源覆盖 &amp; Adapter 生态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E22"/>
                </a:solidFill>
              </a:defRPr>
            </a:pPr>
            <a:r>
              <a:t>☁️  AWS — 32 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</a:defRPr>
            </a:pPr>
            <a:r>
              <a:t>aws_instance · aws_db_instance</a:t>
            </a:r>
            <a:br/>
            <a:r>
              <a:t>aws_vpc · aws_subnet · aws_sg</a:t>
            </a:r>
            <a:br/>
            <a:r>
              <a:t>aws_s3_bucket · aws_iam_role</a:t>
            </a:r>
            <a:br/>
            <a:r>
              <a:t>aws_eks_cluster · aws_eks_node_group</a:t>
            </a:r>
            <a:br/>
            <a:r>
              <a:t>aws_elasticache · aws_lb</a:t>
            </a:r>
            <a:br/>
            <a:r>
              <a:t>aws_route53_record · aws_sqs_queue</a:t>
            </a:r>
            <a:br/>
            <a:r>
              <a:t>aws_sns_topic · aws_lambda</a:t>
            </a:r>
            <a:br/>
            <a:r>
              <a:t>aws_rds_cluster · aws_ecr</a:t>
            </a:r>
            <a:br/>
            <a:r>
              <a:t>aws_ecs_cluster · aws_ecs_service</a:t>
            </a:r>
            <a:br/>
            <a:r>
              <a:t>aws_autoscaling_group</a:t>
            </a:r>
            <a:br/>
            <a:r>
              <a:t>cloudwatch_metric_alarm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10896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🌐  Aliyun — 9 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</a:defRPr>
            </a:pPr>
            <a:r>
              <a:t>alicloud_instance</a:t>
            </a:r>
            <a:br/>
            <a:r>
              <a:t>alicloud_db_instance · alicloud_vpc</a:t>
            </a:r>
            <a:br/>
            <a:r>
              <a:t>alicloud_vswitch · alicloud_sg</a:t>
            </a:r>
            <a:br/>
            <a:r>
              <a:t>alicloud_slb · alicloud_oss_bucket</a:t>
            </a:r>
            <a:br/>
            <a:r>
              <a:t>alicloud_kvstore · alicloud_cs_k8s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749039"/>
            <a:ext cx="3108960" cy="2468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☸️  K8S — 2 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4805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k8s_deployment</a:t>
            </a:r>
            <a:br/>
            <a:r>
              <a:t>  HPA / CPU / Memory</a:t>
            </a:r>
            <a:br/>
            <a:br/>
            <a:r>
              <a:t>k8s_ingress</a:t>
            </a:r>
            <a:br/>
            <a:r>
              <a:t>  Nginx / HTTPRoute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3931920" cy="4846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🔌  Adapter 注册表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94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GitAdapter       — GitHub/GitLab/BB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CICDAdapter      — Actions/Jenkins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InfraAdapter     — Terraform/Atlantis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ApprovalAdapter  — ServiceNow/Jira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PolicyAdapter    — OPA/Sentinel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480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EditorAdapter    — VS Code/github.dev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LLMAdapter       — Ollama/OpenAI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394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ExecutionAdapter — K8S/GitHub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产品路线图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0241280" cy="36576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331720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29184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</a:defRPr>
            </a:pPr>
            <a:r>
              <a:t>核心平台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Terraform Inventory Scanner</a:t>
            </a:r>
            <a:br/>
            <a:r>
              <a:t>Adapter Registry (43 资源)</a:t>
            </a:r>
            <a:br/>
            <a:r>
              <a:t>Change Lifecycle 完整状态机</a:t>
            </a:r>
            <a:br/>
            <a:r>
              <a:t>GitHub Actions CI/CD</a:t>
            </a:r>
            <a:br/>
            <a:r>
              <a:t>K8S 直接执行</a:t>
            </a:r>
            <a:br/>
            <a:r>
              <a:t>安全边界 + 审计追踪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331720"/>
            <a:ext cx="274320" cy="274320"/>
          </a:xfrm>
          <a:prstGeom prst="roundRect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926080"/>
            <a:ext cx="329184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29E22"/>
                </a:solidFill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E22"/>
                </a:solidFill>
              </a:defRPr>
            </a:pPr>
            <a:r>
              <a:t>AI + 执行引擎 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LLM Gateway (Ollama + OpenAI)</a:t>
            </a:r>
            <a:br/>
            <a:r>
              <a:t>AI Review — 只读评审</a:t>
            </a:r>
            <a:br/>
            <a:r>
              <a:t>System Prompt 模板</a:t>
            </a:r>
            <a:br/>
            <a:r>
              <a:t>Anti-Sync-Storm 防护</a:t>
            </a:r>
            <a:br/>
            <a:r>
              <a:t>执行失败 AI 诊断</a:t>
            </a:r>
            <a:br/>
            <a:r>
              <a:t>平台原生 Terraform 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331720"/>
            <a:ext cx="274320" cy="2743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2926080"/>
            <a:ext cx="329184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企业特性 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GCP / Azure 提供商</a:t>
            </a:r>
            <a:br/>
            <a:r>
              <a:t>GitLab CI / Azure DevOps</a:t>
            </a:r>
            <a:br/>
            <a:r>
              <a:t>ServiceNow / Jira 审批</a:t>
            </a:r>
            <a:br/>
            <a:r>
              <a:t>自然语言变更</a:t>
            </a:r>
            <a:br/>
            <a:r>
              <a:t>自主变更循环</a:t>
            </a:r>
            <a:br/>
            <a:r>
              <a:t>漂移检测 · 成本优化 · RBAC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" cy="3657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Vanilla JS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</a:defRPr>
            </a:pPr>
            <a:r>
              <a:t>API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FastAPI (Python async)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E22"/>
                </a:solidFill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PostgreSQL 14 + SQLAlchemy async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5349"/>
                </a:solidFill>
              </a:defRPr>
            </a:pPr>
            <a: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Terraform CLI · kubectl · 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</a:defRPr>
            </a:pPr>
            <a:r>
              <a:t>AI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Ollama (local) · OpenAI · Azure OpenAI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5780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949E"/>
                </a:solidFill>
              </a:defRPr>
            </a:pPr>
            <a:r>
              <a:t>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349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Docker Compose · Kind Cluster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关键数字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011680"/>
            <a:ext cx="914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0848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支持资源类型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350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AWS 32 + Aliyun 9 + K8S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761488"/>
            <a:ext cx="914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平台模块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099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Dashboard → Admin 完整产品架构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511296"/>
            <a:ext cx="914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5844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538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变更状态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8496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Draft → InventoryRefreshed 全生命周期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261104"/>
            <a:ext cx="914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3342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288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Adapter 类别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599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Git · CI/CD · Infra · AI · Policy ...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5010912"/>
            <a:ext cx="914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08406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038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执行引擎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Terraform · K8S · GitHub Actions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5760720"/>
            <a:ext cx="914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58338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5788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LLM 后端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6099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Ollama · OpenAI ·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